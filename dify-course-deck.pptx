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Udemy講座デッキ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【Dify 0から入門】DXエンジニアのための生成AIアプリ開発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6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× Ubuntu（WSL 2）× VSCode × Docker ／ 全10章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世界一エンジニア ／ Difyの先生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講座概要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この講座で目指すこと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DXエンジニア（業務改善・社内システム担当）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LLMアプリ開発は未経験でOK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コマンドも初めてでOK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自分のPCにDifyを構築し、チャットアプリ・ナレッジ（RAG）・ワークフローを自力で作って動かせる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環境・形式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＋ WSL 2（Ubuntu）＋ VSCode ＋ Docker Desktop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1章＝解説動画＋ハンズオン＋確認クイズ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全体設計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10章のスロープ：難易度と、楽・苦のリズム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868680" cy="731520"/>
          </a:xfrm>
          <a:prstGeom prst="rect">
            <a:avLst/>
          </a:prstGeom>
          <a:solidFill>
            <a:srgbClr val="C245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01368" y="3291840"/>
            <a:ext cx="868680" cy="1463040"/>
          </a:xfrm>
          <a:prstGeom prst="rect">
            <a:avLst/>
          </a:prstGeom>
          <a:solidFill>
            <a:srgbClr val="3B1A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01368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71216" y="3291840"/>
            <a:ext cx="868680" cy="1463040"/>
          </a:xfrm>
          <a:prstGeom prst="rect">
            <a:avLst/>
          </a:prstGeom>
          <a:solidFill>
            <a:srgbClr val="3B1A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71216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苦→楽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41064" y="2560320"/>
            <a:ext cx="868680" cy="2194560"/>
          </a:xfrm>
          <a:prstGeom prst="rect">
            <a:avLst/>
          </a:prstGeom>
          <a:solidFill>
            <a:srgbClr val="C245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41064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41064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楽（山場）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10912" y="3291840"/>
            <a:ext cx="868680" cy="1463040"/>
          </a:xfrm>
          <a:prstGeom prst="rect">
            <a:avLst/>
          </a:prstGeom>
          <a:solidFill>
            <a:srgbClr val="C245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10912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291840"/>
            <a:ext cx="868680" cy="1463040"/>
          </a:xfrm>
          <a:prstGeom prst="rect">
            <a:avLst/>
          </a:prstGeom>
          <a:solidFill>
            <a:srgbClr val="C245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80760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50608" y="2560320"/>
            <a:ext cx="868680" cy="2194560"/>
          </a:xfrm>
          <a:prstGeom prst="rect">
            <a:avLst/>
          </a:prstGeom>
          <a:solidFill>
            <a:srgbClr val="3B1A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50608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0456" y="1828800"/>
            <a:ext cx="868680" cy="2926080"/>
          </a:xfrm>
          <a:prstGeom prst="rect">
            <a:avLst/>
          </a:prstGeom>
          <a:solidFill>
            <a:srgbClr val="3B1A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0456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0456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90304" y="2560320"/>
            <a:ext cx="868680" cy="2194560"/>
          </a:xfrm>
          <a:prstGeom prst="rect">
            <a:avLst/>
          </a:prstGeom>
          <a:solidFill>
            <a:srgbClr val="3B1A3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90304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90304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苦→楽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60152" y="1828800"/>
            <a:ext cx="868680" cy="2926080"/>
          </a:xfrm>
          <a:prstGeom prst="rect">
            <a:avLst/>
          </a:prstGeom>
          <a:solidFill>
            <a:srgbClr val="C245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360152" y="48006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360152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楽（達成）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棒の高さ＝難易度。rose＝楽／plum＝苦。苦しい章の直後に楽しい章（成功体験）を置く。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 ／ 難易度 ★☆☆☆☆ ／ 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　Difyって何？ゴールを先に見よう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Difyが何で、何ができるかを説明できる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完成デモを見る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Difyの全体像（チャット・ナレッジ・ワークフロー・API）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作りたいアプリを1つ決める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作りたいアプリ1つ（誰の・困りごと・欲しい答え）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第2章 ／ 難易度 ★★☆☆☆ ／ 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第2章　Windowsに開発環境をつくる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Ubuntu（WSL 2）が起動し、VSCodeからつながる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WSL 2とUbuntuの導入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VSCodeのインストール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VSCodeのWSL拡張でUbuntuに接続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Ubuntuのターミナルが開く／VSCodeから接続できる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※作業フォルダはUbuntuのホーム（~）。Windows側（/mnt/c）に置かない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第3章 ／ 難易度 ★★☆☆☆ ／ 苦→楽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第3章　Docker超入門（コマンドを5つだけ）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Dockerとは何かを一言で言え、基本コマンドを実行できる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コンテナ＝アプリの箱、イメージ＝設計図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version確認 → hello-world → ps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Difyが使うcomposeコマンドの予習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run hello-world が成功する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※Docker Desktopの会社PCでの利用条件は要確認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第4章 ／ 難易度 ★★★☆☆ ／ 楽（山場）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第4章　Difyを自分のPCで起動する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http://localhost/install でDifyの画面が開く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Difyのソースを取得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 dify/docker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compose up -d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compose ps で各コンテナを確認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Difyの初期設定画面が開く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※つまずき：ポート使用中／メモリ不足／Exited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第5章 ／ 難易度 ★★☆☆☆ ／ 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第5章　初期設定とモデルの登録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管理者アカウントを作り、AIモデルを登録して動かす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初期設定画面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モデルプロバイダの設定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APIキーの扱い方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モデルが動作確認できる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※APIキーは他人に見せない・資料に書かない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第6章 ／ 難易度 ★★☆☆☆ ／ 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第6章　最初のチャットアプリ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プロンプトを書き、チャットアプリを動かす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社内ヘルプデスクの一次回答を題材に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プロンプトの3要素：役割・条件・出力形式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動くチャットアプリ1本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第7章 ／ 難易度 ★★★☆☆ ／ 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第7章　ナレッジ（RAG）で社内文書に答えさせる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PDF／テキストを登録し、その内容に基づいて答えるアプリを作る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RAGの仕組み：資料→分割→検索→回答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ダミー社内規程を登録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回答の根拠を確認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文書に答えるアプリ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※機密文書の保存先・外部モデルへ送られる内容は要確認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第8章 ／ 難易度 ★★★★☆ ／ 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第8章　ワークフローで業務を自動化する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入力→判定（条件分岐）→回答→出力の流れを作る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変数とノードのつなぎ方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問い合わせの種類で振り分け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完成したフローを動かす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条件分岐つきの業務フロー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※ここが一番の難所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第9章 ／ 難易度 ★★★☆☆ ／ 苦→楽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第9章　運用の基本（止める・直す・守る）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停止・再起動・ログ確認ができ、自力で調べられる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compose ps／down／up -d／logs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わざと止めて再起動し、データが残ることを確認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ログの見方と復旧手順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※更新・バックアップの公式手順は要確認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第10章 ／ 難易度 ★★★★☆ ／ 楽（達成）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第10章　総合演習：DX業務アプリを作る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章のゴール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自分の業務で使えるアプリを1本作り、発表する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第1章で決めたアプリを作る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例：問い合わせ対応・議事録要約・規程検索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セルフチェックして発表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成果物・注意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自分の業務アプリ1本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観点：目的／入出力／間違い時の対応／機密の扱い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Dockerコマンド一覧（第3・4・9章）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成功の目印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--version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Dockerの確認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バージョン表示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compose version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Composeの確認（Difyは2.24.0以上）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バージョン表示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run hello-world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動作確認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成功メッセージ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ps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動作中コンテナの一覧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一覧が出る（空でも可）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compose up -d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まとめて起動（dify/docker で実行）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各コンテナが起動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compose ps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各コンテナが表示される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compose down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停止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コンテナが停止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 compose logs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1B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ログが表示される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Dify起動の流れ（第4章）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3B1A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　Ubuntuで作業場所（~）へ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C245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737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　Difyのソースを取得（GitHub）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3B1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1737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　cd dify/docker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C245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　docker compose up -d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3B1A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　docker compose ps で確認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C245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　ブラウザで localhost/install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A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出典：Dify公式ドキュメント「Deploy Dify with Docker Compose」。Windowsは WSL 2 ＋ Docker Desktop（Compose 2.24.0以上）。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撮影前チェック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撮影前に確認する項目［要確認］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環境・手順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Windowsの版／WSL 2・Ubuntu導入の画面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Docker Desktopの利用条件（会社PC）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Windowsの推奨スペック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.env の作成手順（最新README）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8F0F3"/>
          </a:solidFill>
          <a:ln w="12700">
            <a:solidFill>
              <a:srgbClr val="E4D3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画面・運用・規約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モデル登録・アプリ作成のUI名称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クラウド版の無料枠・費用が出る箇所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機密データの保存先と外部モデルへの送信内容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E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更新・バックアップの公式手順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3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全10章で、自分のPCにDifyを建て、業務アプリを作る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2E6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第1章：ゴールを決める → 第2〜4章：環境とDify起動 → 第5〜8章：作る → 第9〜10章：運用と総合演習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2E6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Difyの画面・版は更新されるため、各章の冒頭に収録日と使用バージョンを明記します。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2026-10-22T19:11:18Z</dcterms:created>
  <dcterms:modified xsi:type="dcterms:W3CDTF">2026-10-22T19:11:18Z</dcterms:modified>
</cp:coreProperties>
</file>